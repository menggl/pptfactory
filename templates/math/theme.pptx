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PPT模板引擎演示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使用大模型生成结构化内容，模板引擎负责排版布局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核心特性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分离内容与样式：大模型只输出结构化内容</a:t>
            </a:r>
          </a:p>
          <a:p>
            <a:pPr>
              <a:spcAft>
                <a:spcPts val="1200"/>
              </a:spcAft>
              <a:defRPr sz="1600"/>
            </a:pPr>
            <a:r>
              <a:t>模板引擎负责所有排版和布局工作</a:t>
            </a:r>
          </a:p>
          <a:p>
            <a:pPr>
              <a:spcAft>
                <a:spcPts val="1200"/>
              </a:spcAft>
              <a:defRPr sz="1600"/>
            </a:pPr>
            <a:r>
              <a:t>支持多种布局类型：标题页、内容页、两列布局等</a:t>
            </a:r>
          </a:p>
          <a:p>
            <a:pPr>
              <a:spcAft>
                <a:spcPts val="1200"/>
              </a:spcAft>
              <a:defRPr sz="1600"/>
            </a:pPr>
            <a:r>
              <a:t>易于扩展新的布局类型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技术架构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输入：JSON格式的结构化内容</a:t>
            </a:r>
          </a:p>
          <a:p>
            <a:r>
              <a:t>处理：模板引擎解析并渲染</a:t>
            </a:r>
          </a:p>
          <a:p>
            <a:r>
              <a:t>输出：标准PPTX文件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8288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使用python-pptx库</a:t>
            </a:r>
          </a:p>
          <a:p>
            <a:r>
              <a:t>支持自定义样式</a:t>
            </a:r>
          </a:p>
          <a:p>
            <a:r>
              <a:t>灵活可扩展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使用示例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准备slides.json文件</a:t>
            </a:r>
          </a:p>
          <a:p>
            <a:pPr>
              <a:spcAft>
                <a:spcPts val="1200"/>
              </a:spcAft>
              <a:defRPr sz="1600"/>
            </a:pPr>
            <a:r>
              <a:t>运行: python main.py slides.json -o output.pptx</a:t>
            </a:r>
          </a:p>
          <a:p>
            <a:pPr>
              <a:spcAft>
                <a:spcPts val="1200"/>
              </a:spcAft>
              <a:defRPr sz="1600"/>
            </a:pPr>
            <a:r>
              <a:t>查看生成的PPT文件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